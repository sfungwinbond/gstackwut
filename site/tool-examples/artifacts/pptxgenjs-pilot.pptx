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is the first gated pilot.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7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76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DECISION FLOW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2423160" cy="1920240"/>
          </a:xfrm>
          <a:prstGeom prst="rect">
            <a:avLst/>
          </a:prstGeom>
          <a:solidFill>
            <a:srgbClr val="B8F36B"/>
          </a:solidFill>
          <a:ln w="15240">
            <a:solidFill>
              <a:srgbClr val="1420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057400"/>
            <a:ext cx="2423160" cy="1920240"/>
          </a:xfrm>
          <a:prstGeom prst="rect">
            <a:avLst/>
          </a:prstGeom>
          <a:solidFill>
            <a:srgbClr val="F5D969"/>
          </a:solidFill>
          <a:ln w="15240">
            <a:solidFill>
              <a:srgbClr val="1420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1188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2423160" cy="1920240"/>
          </a:xfrm>
          <a:prstGeom prst="rect">
            <a:avLst/>
          </a:prstGeom>
          <a:solidFill>
            <a:srgbClr val="F26B38"/>
          </a:solidFill>
          <a:ln w="15240">
            <a:solidFill>
              <a:srgbClr val="1420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sign-off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2057400"/>
            <a:ext cx="2423160" cy="1920240"/>
          </a:xfrm>
          <a:prstGeom prst="rect">
            <a:avLst/>
          </a:prstGeom>
          <a:solidFill>
            <a:srgbClr val="176B4D"/>
          </a:solidFill>
          <a:ln w="15240">
            <a:solidFill>
              <a:srgbClr val="1420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28116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proven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1722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native shapes • generated locally • no client 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Deterministic tool proof</dc:subject>
  <dc:creator>WutPack fictional example</dc:creator>
  <cp:lastModifiedBy>WutPack fictional example</cp:lastModifiedBy>
  <cp:revision>1</cp:revision>
  <dcterms:created xsi:type="dcterms:W3CDTF">2026-08-11T10:16:50Z</dcterms:created>
  <dcterms:modified xsi:type="dcterms:W3CDTF">2026-08-11T10:16:50Z</dcterms:modified>
</cp:coreProperties>
</file>