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Typical</c:v>
                </c:pt>
              </c:strCache>
            </c:strRef>
          </c:tx>
          <c:spPr>
            <a:solidFill>
              <a:srgbClr val="2F75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4 KB loop</c:v>
                  </c:pt>
                  <c:pt idx="1">
                    <c:v>64 KB loop</c:v>
                  </c:pt>
                  <c:pt idx="2">
                    <c:v>Chip Erase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25</c:v>
                </c:pt>
                <c:pt idx="2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D8E0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C8D3DE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Controller-to-Flash Architecture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458200" y="25603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Editable native PowerPoint shapes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58368"/>
            <a:ext cx="11292840" cy="0"/>
          </a:xfrm>
          <a:prstGeom prst="line">
            <a:avLst/>
          </a:prstGeom>
          <a:noFill/>
          <a:ln w="12700">
            <a:solidFill>
              <a:srgbClr val="AAB7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14400"/>
            <a:ext cx="11109960" cy="5166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0241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SYSTEM BOUNDARY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2057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16324F"/>
            </a:solidFill>
            <a:prstDash val="solid"/>
          </a:ln>
          <a:effectLst>
            <a:outerShdw sx="100000" sy="100000" kx="0" ky="0" algn="bl" rotWithShape="0" blurRad="12700" dist="50800" dir="2700000">
              <a:srgbClr val="A0A8B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920240"/>
            <a:ext cx="82296" cy="123444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0299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Host / CPU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87552" y="2350008"/>
            <a:ext cx="1783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Firmware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Work queue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0" y="1417320"/>
            <a:ext cx="22402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2F75B5"/>
            </a:solidFill>
            <a:prstDash val="solid"/>
          </a:ln>
          <a:effectLst>
            <a:outerShdw sx="100000" sy="100000" kx="0" ky="0" algn="bl" rotWithShape="0" blurRad="12700" dist="50800" dir="2700000">
              <a:srgbClr val="A0A8B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0" y="1417320"/>
            <a:ext cx="82296" cy="123444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2192" y="15270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Flash Controller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22192" y="1847088"/>
            <a:ext cx="1965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Command scheduler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ECC and retry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0" y="3337560"/>
            <a:ext cx="22402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12700" dist="50800" dir="2700000">
              <a:srgbClr val="A0A8B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0" y="3337560"/>
            <a:ext cx="82296" cy="1234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2192" y="34472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DMA Engine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22192" y="3767328"/>
            <a:ext cx="1965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Burst transfers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Buffer ownership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66560" y="123444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70AD47"/>
            </a:solidFill>
            <a:prstDash val="solid"/>
          </a:ln>
          <a:effectLst>
            <a:outerShdw sx="100000" sy="100000" kx="0" ky="0" algn="bl" rotWithShape="0" blurRad="12700" dist="50800" dir="2700000">
              <a:srgbClr val="A0A8B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234440"/>
            <a:ext cx="82296" cy="105156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13441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Die 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31152" y="1664208"/>
            <a:ext cx="1554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512 Mbit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66560" y="251460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70AD47"/>
            </a:solidFill>
            <a:prstDash val="solid"/>
          </a:ln>
          <a:effectLst>
            <a:outerShdw sx="100000" sy="100000" kx="0" ky="0" algn="bl" rotWithShape="0" blurRad="12700" dist="50800" dir="2700000">
              <a:srgbClr val="A0A8B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2514600"/>
            <a:ext cx="82296" cy="105156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31152" y="26243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Die 1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31152" y="2944368"/>
            <a:ext cx="1554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512 Mbit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235440" y="123444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70AD47"/>
            </a:solidFill>
            <a:prstDash val="solid"/>
          </a:ln>
          <a:effectLst>
            <a:outerShdw sx="100000" sy="100000" kx="0" ky="0" algn="bl" rotWithShape="0" blurRad="12700" dist="50800" dir="2700000">
              <a:srgbClr val="A0A8B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235440" y="1234440"/>
            <a:ext cx="82296" cy="105156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00032" y="13441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Die 2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400032" y="1664208"/>
            <a:ext cx="1554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512 Mbit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235440" y="251460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70AD47"/>
            </a:solidFill>
            <a:prstDash val="solid"/>
          </a:ln>
          <a:effectLst>
            <a:outerShdw sx="100000" sy="100000" kx="0" ky="0" algn="bl" rotWithShape="0" blurRad="12700" dist="50800" dir="2700000">
              <a:srgbClr val="A0A8B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235440" y="2514600"/>
            <a:ext cx="82296" cy="105156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00032" y="26243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Die 3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400032" y="2944368"/>
            <a:ext cx="1554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512 Mbit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880360" y="2331720"/>
            <a:ext cx="777240" cy="0"/>
          </a:xfrm>
          <a:prstGeom prst="line">
            <a:avLst/>
          </a:prstGeom>
          <a:noFill/>
          <a:ln w="2286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2674620" y="2167128"/>
            <a:ext cx="1188720" cy="228600"/>
          </a:xfrm>
          <a:prstGeom prst="rect">
            <a:avLst/>
          </a:prstGeom>
          <a:solidFill>
            <a:srgbClr val="F7F9FC">
              <a:alpha val="92000"/>
            </a:srgbClr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75B5"/>
                </a:solidFill>
              </a:rPr>
              <a:t>commands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897880" y="2011680"/>
            <a:ext cx="868680" cy="0"/>
          </a:xfrm>
          <a:prstGeom prst="line">
            <a:avLst/>
          </a:prstGeom>
          <a:noFill/>
          <a:ln w="22860">
            <a:solidFill>
              <a:srgbClr val="70AD47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5737860" y="1847088"/>
            <a:ext cx="1188720" cy="228600"/>
          </a:xfrm>
          <a:prstGeom prst="rect">
            <a:avLst/>
          </a:prstGeom>
          <a:solidFill>
            <a:srgbClr val="F7F9FC">
              <a:alpha val="92000"/>
            </a:srgbClr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AD47"/>
                </a:solidFill>
              </a:rPr>
              <a:t>SPI bus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897880" y="3950208"/>
            <a:ext cx="3017520" cy="0"/>
          </a:xfrm>
          <a:prstGeom prst="line">
            <a:avLst/>
          </a:prstGeom>
          <a:noFill/>
          <a:ln w="22860">
            <a:solidFill>
              <a:srgbClr val="2A9D8F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8915400" y="3950208"/>
            <a:ext cx="0" cy="-914400"/>
          </a:xfrm>
          <a:prstGeom prst="line">
            <a:avLst/>
          </a:prstGeom>
          <a:noFill/>
          <a:ln w="22860">
            <a:solidFill>
              <a:srgbClr val="2A9D8F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8915400" y="3035808"/>
            <a:ext cx="320040" cy="0"/>
          </a:xfrm>
          <a:prstGeom prst="line">
            <a:avLst/>
          </a:prstGeom>
          <a:noFill/>
          <a:ln w="22860">
            <a:solidFill>
              <a:srgbClr val="2A9D8F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6995160" y="3794760"/>
            <a:ext cx="685800" cy="201168"/>
          </a:xfrm>
          <a:prstGeom prst="rect">
            <a:avLst/>
          </a:prstGeom>
          <a:solidFill>
            <a:srgbClr val="F7F9FC">
              <a:alpha val="9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9D8F"/>
                </a:solidFill>
              </a:rPr>
              <a:t>data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3337560"/>
            <a:ext cx="0" cy="-685800"/>
          </a:xfrm>
          <a:prstGeom prst="line">
            <a:avLst/>
          </a:prstGeom>
          <a:noFill/>
          <a:ln w="2286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4160520" y="2830068"/>
            <a:ext cx="1188720" cy="228600"/>
          </a:xfrm>
          <a:prstGeom prst="rect">
            <a:avLst/>
          </a:prstGeom>
          <a:solidFill>
            <a:srgbClr val="F7F9FC">
              <a:alpha val="92000"/>
            </a:srgbClr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75B5"/>
                </a:solidFill>
              </a:rPr>
              <a:t>control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629400" y="4251960"/>
            <a:ext cx="4526280" cy="658368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39128" y="4325112"/>
            <a:ext cx="4306824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State the command scope: per-die, broadcast, serialized, or interleaved.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22960" y="56235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Solid = command/data path   •   Dashed = optional/asynchronous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SPI Command Timing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458200" y="25603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Shared axis • aligned transitions • explicit intervals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58368"/>
            <a:ext cx="11292840" cy="0"/>
          </a:xfrm>
          <a:prstGeom prst="line">
            <a:avLst/>
          </a:prstGeom>
          <a:noFill/>
          <a:ln w="12700">
            <a:solidFill>
              <a:srgbClr val="AAB7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1069848"/>
            <a:ext cx="0" cy="3693719"/>
          </a:xfrm>
          <a:prstGeom prst="line">
            <a:avLst/>
          </a:prstGeom>
          <a:noFill/>
          <a:ln w="7620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682496" y="822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84348" y="1069848"/>
            <a:ext cx="0" cy="3693719"/>
          </a:xfrm>
          <a:prstGeom prst="line">
            <a:avLst/>
          </a:prstGeom>
          <a:noFill/>
          <a:ln w="7620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2638044" y="822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739896" y="1069848"/>
            <a:ext cx="0" cy="3693719"/>
          </a:xfrm>
          <a:prstGeom prst="line">
            <a:avLst/>
          </a:prstGeom>
          <a:noFill/>
          <a:ln w="7620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3593592" y="822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95444" y="1069848"/>
            <a:ext cx="0" cy="3693719"/>
          </a:xfrm>
          <a:prstGeom prst="line">
            <a:avLst/>
          </a:prstGeom>
          <a:noFill/>
          <a:ln w="7620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4549140" y="822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50992" y="1069848"/>
            <a:ext cx="0" cy="3693719"/>
          </a:xfrm>
          <a:prstGeom prst="line">
            <a:avLst/>
          </a:prstGeom>
          <a:noFill/>
          <a:ln w="7620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5504688" y="822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606540" y="1069848"/>
            <a:ext cx="0" cy="3693719"/>
          </a:xfrm>
          <a:prstGeom prst="line">
            <a:avLst/>
          </a:prstGeom>
          <a:noFill/>
          <a:ln w="7620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6460236" y="822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50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562088" y="1069848"/>
            <a:ext cx="0" cy="3693719"/>
          </a:xfrm>
          <a:prstGeom prst="line">
            <a:avLst/>
          </a:prstGeom>
          <a:noFill/>
          <a:ln w="7620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7415784" y="822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60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517636" y="1069848"/>
            <a:ext cx="0" cy="3693719"/>
          </a:xfrm>
          <a:prstGeom prst="line">
            <a:avLst/>
          </a:prstGeom>
          <a:noFill/>
          <a:ln w="7620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8371332" y="822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70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473184" y="1069848"/>
            <a:ext cx="0" cy="3693719"/>
          </a:xfrm>
          <a:prstGeom prst="line">
            <a:avLst/>
          </a:prstGeom>
          <a:noFill/>
          <a:ln w="7620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9326880" y="822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80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0428732" y="1069848"/>
            <a:ext cx="0" cy="3693719"/>
          </a:xfrm>
          <a:prstGeom prst="line">
            <a:avLst/>
          </a:prstGeom>
          <a:noFill/>
          <a:ln w="7620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10282428" y="822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90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384280" y="1069848"/>
            <a:ext cx="0" cy="3693719"/>
          </a:xfrm>
          <a:prstGeom prst="line">
            <a:avLst/>
          </a:prstGeom>
          <a:noFill/>
          <a:ln w="7620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11237976" y="822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100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" y="82296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time (ns)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12161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CS#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20665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CLK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2916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IO0 / MOSI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37673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BUSY#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828800" y="1289304"/>
            <a:ext cx="685800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2514600" y="1289304"/>
            <a:ext cx="0" cy="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2514600" y="1581912"/>
            <a:ext cx="7726680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10241280" y="1581912"/>
            <a:ext cx="0" cy="-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0241280" y="1289304"/>
            <a:ext cx="1143000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1828800" y="2432304"/>
            <a:ext cx="685800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2514600" y="2432304"/>
            <a:ext cx="0" cy="-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2514600" y="2139696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2752344" y="2139696"/>
            <a:ext cx="0" cy="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2752344" y="2432304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2990088" y="2432304"/>
            <a:ext cx="0" cy="-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2990088" y="2139696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3227832" y="2139696"/>
            <a:ext cx="0" cy="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3227832" y="2432304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3465576" y="2432304"/>
            <a:ext cx="0" cy="-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3465576" y="2139696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3703320" y="2139696"/>
            <a:ext cx="0" cy="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3703320" y="2432304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3941064" y="2432304"/>
            <a:ext cx="0" cy="-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3941064" y="2139696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4178808" y="2139696"/>
            <a:ext cx="0" cy="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4178808" y="2432304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4416552" y="2432304"/>
            <a:ext cx="0" cy="-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4416552" y="2139696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4654296" y="2139696"/>
            <a:ext cx="0" cy="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4654296" y="2432304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4892040" y="2432304"/>
            <a:ext cx="0" cy="-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4892040" y="2139696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5129784" y="2139696"/>
            <a:ext cx="0" cy="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5129784" y="2432304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5367528" y="2432304"/>
            <a:ext cx="0" cy="-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5367528" y="2139696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5605272" y="2139696"/>
            <a:ext cx="0" cy="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5605272" y="2432304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5843016" y="2432304"/>
            <a:ext cx="0" cy="-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5843016" y="2139696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6080760" y="2139696"/>
            <a:ext cx="0" cy="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6080760" y="2432304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6318504" y="2432304"/>
            <a:ext cx="0" cy="-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6318504" y="2139696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6556248" y="2139696"/>
            <a:ext cx="0" cy="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6556248" y="2432304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74" name="Shape 72"/>
          <p:cNvSpPr/>
          <p:nvPr/>
        </p:nvSpPr>
        <p:spPr>
          <a:xfrm>
            <a:off x="6793992" y="2432304"/>
            <a:ext cx="0" cy="-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6793992" y="2139696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7031736" y="2139696"/>
            <a:ext cx="0" cy="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7031736" y="2432304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78" name="Shape 76"/>
          <p:cNvSpPr/>
          <p:nvPr/>
        </p:nvSpPr>
        <p:spPr>
          <a:xfrm>
            <a:off x="7269480" y="2432304"/>
            <a:ext cx="0" cy="-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79" name="Shape 77"/>
          <p:cNvSpPr/>
          <p:nvPr/>
        </p:nvSpPr>
        <p:spPr>
          <a:xfrm>
            <a:off x="7269480" y="2139696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80" name="Shape 78"/>
          <p:cNvSpPr/>
          <p:nvPr/>
        </p:nvSpPr>
        <p:spPr>
          <a:xfrm>
            <a:off x="7507224" y="2139696"/>
            <a:ext cx="0" cy="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81" name="Shape 79"/>
          <p:cNvSpPr/>
          <p:nvPr/>
        </p:nvSpPr>
        <p:spPr>
          <a:xfrm>
            <a:off x="7507224" y="2432304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82" name="Shape 80"/>
          <p:cNvSpPr/>
          <p:nvPr/>
        </p:nvSpPr>
        <p:spPr>
          <a:xfrm>
            <a:off x="7744968" y="2432304"/>
            <a:ext cx="0" cy="-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83" name="Shape 81"/>
          <p:cNvSpPr/>
          <p:nvPr/>
        </p:nvSpPr>
        <p:spPr>
          <a:xfrm>
            <a:off x="7744968" y="2139696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84" name="Shape 82"/>
          <p:cNvSpPr/>
          <p:nvPr/>
        </p:nvSpPr>
        <p:spPr>
          <a:xfrm>
            <a:off x="7982712" y="2139696"/>
            <a:ext cx="0" cy="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85" name="Shape 83"/>
          <p:cNvSpPr/>
          <p:nvPr/>
        </p:nvSpPr>
        <p:spPr>
          <a:xfrm>
            <a:off x="7982712" y="2432304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86" name="Shape 84"/>
          <p:cNvSpPr/>
          <p:nvPr/>
        </p:nvSpPr>
        <p:spPr>
          <a:xfrm>
            <a:off x="8220456" y="2432304"/>
            <a:ext cx="0" cy="-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8220456" y="2139696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8458200" y="2139696"/>
            <a:ext cx="0" cy="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89" name="Shape 87"/>
          <p:cNvSpPr/>
          <p:nvPr/>
        </p:nvSpPr>
        <p:spPr>
          <a:xfrm>
            <a:off x="8458200" y="2432304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90" name="Shape 88"/>
          <p:cNvSpPr/>
          <p:nvPr/>
        </p:nvSpPr>
        <p:spPr>
          <a:xfrm>
            <a:off x="8695944" y="2432304"/>
            <a:ext cx="0" cy="-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91" name="Shape 89"/>
          <p:cNvSpPr/>
          <p:nvPr/>
        </p:nvSpPr>
        <p:spPr>
          <a:xfrm>
            <a:off x="8695944" y="2139696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92" name="Shape 90"/>
          <p:cNvSpPr/>
          <p:nvPr/>
        </p:nvSpPr>
        <p:spPr>
          <a:xfrm>
            <a:off x="8933688" y="2139696"/>
            <a:ext cx="0" cy="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93" name="Shape 91"/>
          <p:cNvSpPr/>
          <p:nvPr/>
        </p:nvSpPr>
        <p:spPr>
          <a:xfrm>
            <a:off x="8933688" y="2432304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94" name="Shape 92"/>
          <p:cNvSpPr/>
          <p:nvPr/>
        </p:nvSpPr>
        <p:spPr>
          <a:xfrm>
            <a:off x="9171432" y="2432304"/>
            <a:ext cx="0" cy="-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95" name="Shape 93"/>
          <p:cNvSpPr/>
          <p:nvPr/>
        </p:nvSpPr>
        <p:spPr>
          <a:xfrm>
            <a:off x="9171432" y="2139696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96" name="Shape 94"/>
          <p:cNvSpPr/>
          <p:nvPr/>
        </p:nvSpPr>
        <p:spPr>
          <a:xfrm>
            <a:off x="9409176" y="2139696"/>
            <a:ext cx="0" cy="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97" name="Shape 95"/>
          <p:cNvSpPr/>
          <p:nvPr/>
        </p:nvSpPr>
        <p:spPr>
          <a:xfrm>
            <a:off x="9409176" y="2432304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98" name="Shape 96"/>
          <p:cNvSpPr/>
          <p:nvPr/>
        </p:nvSpPr>
        <p:spPr>
          <a:xfrm>
            <a:off x="9646920" y="2432304"/>
            <a:ext cx="0" cy="-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99" name="Shape 97"/>
          <p:cNvSpPr/>
          <p:nvPr/>
        </p:nvSpPr>
        <p:spPr>
          <a:xfrm>
            <a:off x="9646920" y="2139696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100" name="Shape 98"/>
          <p:cNvSpPr/>
          <p:nvPr/>
        </p:nvSpPr>
        <p:spPr>
          <a:xfrm>
            <a:off x="9884664" y="2139696"/>
            <a:ext cx="0" cy="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101" name="Shape 99"/>
          <p:cNvSpPr/>
          <p:nvPr/>
        </p:nvSpPr>
        <p:spPr>
          <a:xfrm>
            <a:off x="9884664" y="2432304"/>
            <a:ext cx="237744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102" name="Shape 100"/>
          <p:cNvSpPr/>
          <p:nvPr/>
        </p:nvSpPr>
        <p:spPr>
          <a:xfrm>
            <a:off x="10122408" y="2432304"/>
            <a:ext cx="1261872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103" name="Shape 101"/>
          <p:cNvSpPr/>
          <p:nvPr/>
        </p:nvSpPr>
        <p:spPr>
          <a:xfrm>
            <a:off x="1828800" y="3282696"/>
            <a:ext cx="685800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104" name="Shape 102"/>
          <p:cNvSpPr/>
          <p:nvPr/>
        </p:nvSpPr>
        <p:spPr>
          <a:xfrm>
            <a:off x="2514600" y="2907792"/>
            <a:ext cx="1901952" cy="411480"/>
          </a:xfrm>
          <a:prstGeom prst="rect">
            <a:avLst/>
          </a:prstGeom>
          <a:solidFill>
            <a:srgbClr val="EAF2F8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14600" y="2999232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06h</a:t>
            </a:r>
            <a:endParaRPr lang="en-US" sz="1050" dirty="0"/>
          </a:p>
        </p:txBody>
      </p:sp>
      <p:sp>
        <p:nvSpPr>
          <p:cNvPr id="106" name="Shape 104"/>
          <p:cNvSpPr/>
          <p:nvPr/>
        </p:nvSpPr>
        <p:spPr>
          <a:xfrm>
            <a:off x="4416552" y="2907792"/>
            <a:ext cx="1901952" cy="411480"/>
          </a:xfrm>
          <a:prstGeom prst="rect">
            <a:avLst/>
          </a:prstGeom>
          <a:solidFill>
            <a:srgbClr val="ECF7F4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416552" y="2999232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A23:A16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6318504" y="2907792"/>
            <a:ext cx="1901952" cy="411480"/>
          </a:xfrm>
          <a:prstGeom prst="rect">
            <a:avLst/>
          </a:prstGeom>
          <a:solidFill>
            <a:srgbClr val="ECF7F4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318504" y="2999232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A15:A8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8220456" y="2907792"/>
            <a:ext cx="1901952" cy="411480"/>
          </a:xfrm>
          <a:prstGeom prst="rect">
            <a:avLst/>
          </a:prstGeom>
          <a:solidFill>
            <a:srgbClr val="ECF7F4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220456" y="2999232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A7:A0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10122408" y="3282696"/>
            <a:ext cx="1261872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113" name="Shape 111"/>
          <p:cNvSpPr/>
          <p:nvPr/>
        </p:nvSpPr>
        <p:spPr>
          <a:xfrm>
            <a:off x="1828800" y="3840480"/>
            <a:ext cx="8412480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114" name="Shape 112"/>
          <p:cNvSpPr/>
          <p:nvPr/>
        </p:nvSpPr>
        <p:spPr>
          <a:xfrm>
            <a:off x="10241280" y="3840480"/>
            <a:ext cx="0" cy="2926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115" name="Shape 113"/>
          <p:cNvSpPr/>
          <p:nvPr/>
        </p:nvSpPr>
        <p:spPr>
          <a:xfrm>
            <a:off x="10241280" y="4133088"/>
            <a:ext cx="1143000" cy="0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none"/>
          </a:ln>
        </p:spPr>
      </p:sp>
      <p:sp>
        <p:nvSpPr>
          <p:cNvPr id="116" name="Shape 114"/>
          <p:cNvSpPr/>
          <p:nvPr/>
        </p:nvSpPr>
        <p:spPr>
          <a:xfrm>
            <a:off x="2514600" y="1069848"/>
            <a:ext cx="475488" cy="3333537"/>
          </a:xfrm>
          <a:prstGeom prst="rect">
            <a:avLst/>
          </a:prstGeom>
          <a:solidFill>
            <a:srgbClr val="FFF0CC">
              <a:alpha val="45000"/>
            </a:srgbClr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487168" y="48006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A23B"/>
                </a:solidFill>
              </a:rPr>
              <a:t>tCSS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1828800" y="5257800"/>
            <a:ext cx="9555480" cy="566928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938528" y="5330952"/>
            <a:ext cx="9336024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Conditions: 3.0 V, 25 °C, Mode 0. Replace example values with sourced min/typ/max limits.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Erase Strategy Trade Study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458200" y="25603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Exact table + magnitude chart + decision implication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58368"/>
            <a:ext cx="11292840" cy="0"/>
          </a:xfrm>
          <a:prstGeom prst="line">
            <a:avLst/>
          </a:prstGeom>
          <a:noFill/>
          <a:ln w="12700">
            <a:solidFill>
              <a:srgbClr val="AAB7C4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143000"/>
          <a:ext cx="5394960" cy="2240280"/>
        </p:xfrm>
        <a:graphic>
          <a:graphicData uri="http://schemas.openxmlformats.org/drawingml/2006/table">
            <a:tbl>
              <a:tblPr/>
              <a:tblGrid>
                <a:gridCol w="1417320"/>
                <a:gridCol w="1097280"/>
                <a:gridCol w="1097280"/>
                <a:gridCol w="1783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Method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Typical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Guardband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use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 KB loop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 units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120 units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Sparse updates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64 KB loop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 units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 units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Bulk erase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Chip Erase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 units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units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Whole device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0972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Illustrative normalized erase time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355080" y="1417320"/>
          <a:ext cx="50749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685800" y="4160520"/>
            <a:ext cx="5166360" cy="91440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95528" y="4233672"/>
            <a:ext cx="4946904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Decision: Chip Erase is fastest for a full-device reset; use block/sector loops only when preservation or locality matters.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85800" y="5623560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Illustrative values only. Replace them with sourced data and label calculated or margin-adjusted values separately.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Diagram Starter</dc:title>
  <dc:subject>Editable technical PowerPoint diagrams</dc:subject>
  <dc:creator>WutPack</dc:creator>
  <cp:lastModifiedBy>WutPack</cp:lastModifiedBy>
  <cp:revision>1</cp:revision>
  <dcterms:created xsi:type="dcterms:W3CDTF">2026-08-10T09:31:30Z</dcterms:created>
  <dcterms:modified xsi:type="dcterms:W3CDTF">2026-08-10T09:31:30Z</dcterms:modified>
</cp:coreProperties>
</file>